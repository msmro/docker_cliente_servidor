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ac7c5b3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ac7c5b3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9ac7c5b3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9ac7c5b3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ac7c5b3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9ac7c5b3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ac7c5b3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ac7c5b3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PRoyecto Dengue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Mag. Ing. CIP Moises Meza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Docente Departamento de Ingeniería - FACI UPCH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0" y="288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Esquema del servicio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650" y="2268225"/>
            <a:ext cx="2025600" cy="2025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319425" y="4260400"/>
            <a:ext cx="2712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Desarrollo de la APP.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4">
            <a:alphaModFix/>
          </a:blip>
          <a:srcRect b="58471" l="29463" r="33118" t="6680"/>
          <a:stretch/>
        </p:blipFill>
        <p:spPr>
          <a:xfrm>
            <a:off x="3507250" y="801667"/>
            <a:ext cx="2025600" cy="12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3512238" y="2094725"/>
            <a:ext cx="2712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Servicio en la nube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8525" y="2958332"/>
            <a:ext cx="3140951" cy="150659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6026575" y="4666725"/>
            <a:ext cx="2877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14"/>
          <p:cNvCxnSpPr/>
          <p:nvPr/>
        </p:nvCxnSpPr>
        <p:spPr>
          <a:xfrm flipH="1" rot="10800000">
            <a:off x="2879425" y="2024400"/>
            <a:ext cx="610800" cy="86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7" name="Google Shape;77;p14"/>
          <p:cNvCxnSpPr/>
          <p:nvPr/>
        </p:nvCxnSpPr>
        <p:spPr>
          <a:xfrm>
            <a:off x="5639050" y="1954050"/>
            <a:ext cx="915900" cy="93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" name="Google Shape;78;p14"/>
          <p:cNvSpPr/>
          <p:nvPr/>
        </p:nvSpPr>
        <p:spPr>
          <a:xfrm>
            <a:off x="6625475" y="1296325"/>
            <a:ext cx="974700" cy="86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NOTI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683675" y="1296325"/>
            <a:ext cx="1285800" cy="86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NETLAB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" name="Google Shape;80;p14"/>
          <p:cNvCxnSpPr>
            <a:endCxn id="74" idx="0"/>
          </p:cNvCxnSpPr>
          <p:nvPr/>
        </p:nvCxnSpPr>
        <p:spPr>
          <a:xfrm flipH="1">
            <a:off x="7399000" y="2197832"/>
            <a:ext cx="823500" cy="76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" name="Google Shape;81;p14"/>
          <p:cNvCxnSpPr>
            <a:stCxn id="78" idx="4"/>
            <a:endCxn id="74" idx="0"/>
          </p:cNvCxnSpPr>
          <p:nvPr/>
        </p:nvCxnSpPr>
        <p:spPr>
          <a:xfrm>
            <a:off x="7112825" y="2165425"/>
            <a:ext cx="286200" cy="79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82" name="Google Shape;82;p14"/>
          <p:cNvPicPr preferRelativeResize="0"/>
          <p:nvPr/>
        </p:nvPicPr>
        <p:blipFill rotWithShape="1">
          <a:blip r:embed="rId4">
            <a:alphaModFix/>
          </a:blip>
          <a:srcRect b="58471" l="29463" r="33118" t="6680"/>
          <a:stretch/>
        </p:blipFill>
        <p:spPr>
          <a:xfrm>
            <a:off x="5068800" y="3194160"/>
            <a:ext cx="1285800" cy="765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9910" y="4132780"/>
            <a:ext cx="974700" cy="9072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7839225" y="2499725"/>
            <a:ext cx="974700" cy="256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API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Nube</a:t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58471" l="29463" r="33118" t="6680"/>
          <a:stretch/>
        </p:blipFill>
        <p:spPr>
          <a:xfrm>
            <a:off x="646250" y="2238867"/>
            <a:ext cx="2025600" cy="12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3478325" y="1085075"/>
            <a:ext cx="53550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Almacenamiento: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Imágenes.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Usuarios.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Pruebas.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625" y="1719200"/>
            <a:ext cx="2733800" cy="20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Requerimientos para la parte Nube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677950" y="1489825"/>
            <a:ext cx="5078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Conocer: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BF9000"/>
                </a:highlight>
              </a:rPr>
              <a:t>Variables de estudio.</a:t>
            </a:r>
            <a:endParaRPr>
              <a:highlight>
                <a:srgbClr val="BF9000"/>
              </a:highlight>
            </a:endParaRPr>
          </a:p>
          <a:p>
            <a:pPr indent="-345565" lvl="1" marL="914400" rtl="0" algn="l">
              <a:spcBef>
                <a:spcPts val="0"/>
              </a:spcBef>
              <a:spcAft>
                <a:spcPts val="0"/>
              </a:spcAft>
              <a:buSzPts val="1842"/>
              <a:buChar char="○"/>
            </a:pPr>
            <a:r>
              <a:rPr lang="en" sz="1841"/>
              <a:t>Entidades.</a:t>
            </a:r>
            <a:endParaRPr sz="1841"/>
          </a:p>
          <a:p>
            <a:pPr indent="-345565" lvl="1" marL="914400" rtl="0" algn="l">
              <a:spcBef>
                <a:spcPts val="0"/>
              </a:spcBef>
              <a:spcAft>
                <a:spcPts val="0"/>
              </a:spcAft>
              <a:buSzPts val="1842"/>
              <a:buChar char="○"/>
            </a:pPr>
            <a:r>
              <a:rPr lang="en" sz="1841"/>
              <a:t>Atributos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Tablas para la 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Arquitectura de DB</a:t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58471" l="29463" r="33118" t="6680"/>
          <a:stretch/>
        </p:blipFill>
        <p:spPr>
          <a:xfrm>
            <a:off x="693225" y="1747367"/>
            <a:ext cx="2025600" cy="12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525" y="496350"/>
            <a:ext cx="4150799" cy="41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425100" y="2670400"/>
            <a:ext cx="14445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¿Quién toma los datos?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